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Rectangle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Rectangle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56" name="Rectangle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Rectangle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Rectangle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Rectangle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Freeform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Freeform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Freeform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Freeform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Freeform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Freeform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Freeform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Freeform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Freeform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Freeform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Freeform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Rectangle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Rectangle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Straight Connector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grpSp>
        <p:nvGrpSpPr>
          <p:cNvPr id="14" name="Group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Straight Connector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Straight Connector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Rectangle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Autonomous and self-healing test systems</a:t>
            </a:r>
          </a:p>
          <a:p>
            <a:r>
              <a:rPr lang="en-US" dirty="0" smtClean="0"/>
              <a:t>Predictive defect detection</a:t>
            </a:r>
          </a:p>
          <a:p>
            <a:r>
              <a:rPr lang="en-US" dirty="0" smtClean="0"/>
              <a:t>Smarter test prioritization</a:t>
            </a:r>
          </a:p>
          <a:p>
            <a:r>
              <a:rPr lang="en-US" dirty="0" smtClean="0"/>
              <a:t>Reduced manual effort</a:t>
            </a:r>
          </a:p>
          <a:p>
            <a:r>
              <a:rPr lang="en-US" dirty="0" smtClean="0"/>
              <a:t>Enhanced role of testers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reshaping software testing by improving speed, accuracy, and </a:t>
            </a:r>
            <a:r>
              <a:rPr/>
              <a:t>coverage</a:t>
            </a:r>
            <a:r>
              <a:rPr smtClean="0"/>
              <a:t>.</a:t>
            </a:r>
            <a:endParaRPr/>
          </a:p>
          <a:p>
            <a:r>
              <a:t>Modern applications demand smarter testing approaches.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AI Usage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AI-based </a:t>
            </a:r>
            <a:r>
              <a:t>test case generation</a:t>
            </a:r>
          </a:p>
          <a:p>
            <a:r>
              <a:rPr smtClean="0"/>
              <a:t> </a:t>
            </a:r>
            <a:r>
              <a:t>Visual testing and UI comparison</a:t>
            </a:r>
          </a:p>
          <a:p>
            <a:r>
              <a:rPr smtClean="0"/>
              <a:t> </a:t>
            </a:r>
            <a:r>
              <a:t>Self-healing locators</a:t>
            </a:r>
          </a:p>
          <a:p>
            <a:r>
              <a:rPr smtClean="0"/>
              <a:t> </a:t>
            </a:r>
            <a:r>
              <a:t>Test optimization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 in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mtClean="0"/>
              <a:t>Faster </a:t>
            </a:r>
            <a:r>
              <a:t>test creation</a:t>
            </a:r>
          </a:p>
          <a:p>
            <a:r>
              <a:rPr smtClean="0"/>
              <a:t>Reduced </a:t>
            </a:r>
            <a:r>
              <a:t>maintenance effort</a:t>
            </a:r>
          </a:p>
          <a:p>
            <a:r>
              <a:rPr smtClean="0"/>
              <a:t>Improved </a:t>
            </a:r>
            <a:r>
              <a:t>test coverage</a:t>
            </a:r>
          </a:p>
          <a:p>
            <a:r>
              <a:rPr smtClean="0"/>
              <a:t>Early </a:t>
            </a:r>
            <a:r>
              <a:t>defect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False positives in visual testing</a:t>
            </a:r>
          </a:p>
          <a:p>
            <a:pPr>
              <a:buNone/>
            </a:pPr>
            <a:r>
              <a:t>• Initial setup and learning curve</a:t>
            </a:r>
          </a:p>
          <a:p>
            <a:pPr>
              <a:buNone/>
            </a:pPr>
            <a:r>
              <a:t>• Requires human validation</a:t>
            </a:r>
          </a:p>
          <a:p>
            <a:pPr>
              <a:buNone/>
            </a:pPr>
            <a:r>
              <a:t>• Tool dependency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Autonomous testing systems</a:t>
            </a:r>
          </a:p>
          <a:p>
            <a:pPr>
              <a:buNone/>
            </a:pPr>
            <a:r>
              <a:t>• Predictive defect analysis</a:t>
            </a:r>
          </a:p>
          <a:p>
            <a:pPr>
              <a:buNone/>
            </a:pPr>
            <a:r>
              <a:t>• Intelligent test prioritization</a:t>
            </a:r>
          </a:p>
          <a:p>
            <a:pPr>
              <a:buNone/>
            </a:pPr>
            <a:r>
              <a:t>• Continuous learning test suites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Opportunities for Moolya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• AI-assisted regression testing</a:t>
            </a:r>
          </a:p>
          <a:p>
            <a:pPr>
              <a:buNone/>
            </a:pPr>
            <a:r>
              <a:t>• Visual testing adoption</a:t>
            </a:r>
          </a:p>
          <a:p>
            <a:pPr>
              <a:buNone/>
            </a:pPr>
            <a:r>
              <a:t>• Smart analytics and reporting</a:t>
            </a:r>
          </a:p>
          <a:p>
            <a:pPr>
              <a:buNone/>
            </a:pPr>
            <a:r>
              <a:t>• Reduced test execution cycles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will not replace </a:t>
            </a:r>
            <a:r>
              <a:rPr/>
              <a:t>testers</a:t>
            </a:r>
            <a:r>
              <a:rPr smtClean="0"/>
              <a:t>.</a:t>
            </a:r>
            <a:endParaRPr/>
          </a:p>
          <a:p>
            <a:r>
              <a:t>AI will empower testers to focus on quality, strategy, and innovation.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e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7</TotalTime>
  <Words>169</Words>
  <Application>Microsoft Macintosh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Metro</vt:lpstr>
      <vt:lpstr>Future of AI in Testing</vt:lpstr>
      <vt:lpstr>Introduction</vt:lpstr>
      <vt:lpstr>Current AI Usage in Testing</vt:lpstr>
      <vt:lpstr>Benefits of AI in Testing</vt:lpstr>
      <vt:lpstr>Limitations &amp; Challenges</vt:lpstr>
      <vt:lpstr>Future Trends</vt:lpstr>
      <vt:lpstr>AI Opportunities for Moolya</vt:lpstr>
      <vt:lpstr>Conclusion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of AI in Testing</dc:title>
  <dc:subject/>
  <dc:creator/>
  <cp:keywords/>
  <dc:description>generated using python-pptx</dc:description>
  <cp:lastModifiedBy>Ujitha K</cp:lastModifiedBy>
  <cp:revision>4</cp:revision>
  <dcterms:created xsi:type="dcterms:W3CDTF">2013-01-27T09:14:16Z</dcterms:created>
  <dcterms:modified xsi:type="dcterms:W3CDTF">2025-12-30T06:39:04Z</dcterms:modified>
  <cp:category/>
</cp:coreProperties>
</file>